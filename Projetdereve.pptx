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78" r:id="rId1"/>
  </p:sldMasterIdLst>
  <p:notesMasterIdLst>
    <p:notesMasterId r:id="rId7"/>
  </p:notesMasterIdLst>
  <p:sldIdLst>
    <p:sldId id="300" r:id="rId2"/>
    <p:sldId id="301" r:id="rId3"/>
    <p:sldId id="302" r:id="rId4"/>
    <p:sldId id="283" r:id="rId5"/>
    <p:sldId id="29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DF361F74-42DD-4D12-B7AB-85EDC26A0EF8}">
          <p14:sldIdLst>
            <p14:sldId id="300"/>
            <p14:sldId id="301"/>
            <p14:sldId id="302"/>
            <p14:sldId id="283"/>
            <p14:sldId id="290"/>
          </p14:sldIdLst>
        </p14:section>
        <p14:section name="Section sans titre" id="{7B58A1C8-00BC-4836-9762-84DEFD2276B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0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793EE0-0D42-4EDC-BD91-A1E5BA3CB492}">
  <a:tblStyle styleId="{27793EE0-0D42-4EDC-BD91-A1E5BA3CB492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5259" autoAdjust="0"/>
  </p:normalViewPr>
  <p:slideViewPr>
    <p:cSldViewPr snapToGrid="0">
      <p:cViewPr varScale="1">
        <p:scale>
          <a:sx n="44" d="100"/>
          <a:sy n="44" d="100"/>
        </p:scale>
        <p:origin x="684" y="5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45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7E4EFB-D0BC-8948-BAA0-30C58E216B3C}" type="doc">
      <dgm:prSet loTypeId="urn:microsoft.com/office/officeart/2008/layout/SquareAccentList" loCatId="list" qsTypeId="urn:microsoft.com/office/officeart/2005/8/quickstyle/simple4" qsCatId="simple" csTypeId="urn:microsoft.com/office/officeart/2005/8/colors/colorful1#6" csCatId="colorful" phldr="1"/>
      <dgm:spPr/>
      <dgm:t>
        <a:bodyPr/>
        <a:lstStyle/>
        <a:p>
          <a:endParaRPr lang="fr-FR"/>
        </a:p>
      </dgm:t>
    </dgm:pt>
    <dgm:pt modelId="{CBDAFCA9-14E2-4688-A39F-A249B40AA73D}" type="pres">
      <dgm:prSet presAssocID="{827E4EFB-D0BC-8948-BAA0-30C58E216B3C}" presName="layout" presStyleCnt="0">
        <dgm:presLayoutVars>
          <dgm:chMax/>
          <dgm:chPref/>
          <dgm:dir/>
          <dgm:resizeHandles/>
        </dgm:presLayoutVars>
      </dgm:prSet>
      <dgm:spPr/>
      <dgm:t>
        <a:bodyPr/>
        <a:lstStyle/>
        <a:p>
          <a:endParaRPr lang="fr-FR"/>
        </a:p>
      </dgm:t>
    </dgm:pt>
  </dgm:ptLst>
  <dgm:cxnLst>
    <dgm:cxn modelId="{461D375F-3E40-4630-B5D0-B35F69162F55}" type="presOf" srcId="{827E4EFB-D0BC-8948-BAA0-30C58E216B3C}" destId="{CBDAFCA9-14E2-4688-A39F-A249B40AA73D}" srcOrd="0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205840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2118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42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10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180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21397024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690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9181352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14283867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1762493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84316195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19258915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15863583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9147731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7564157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 of contents">
    <p:bg>
      <p:bgPr>
        <a:solidFill>
          <a:srgbClr val="6987E8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subTitle" idx="1"/>
          </p:nvPr>
        </p:nvSpPr>
        <p:spPr>
          <a:xfrm>
            <a:off x="646550" y="1989500"/>
            <a:ext cx="3246900" cy="212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FFFFFF"/>
              </a:buClr>
              <a:buFont typeface="Georgia"/>
              <a:buNone/>
              <a:defRPr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sldNum" idx="12"/>
          </p:nvPr>
        </p:nvSpPr>
        <p:spPr>
          <a:xfrm>
            <a:off x="8556783" y="4749850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fr"/>
              <a:pPr lvl="0" rtl="0">
                <a:spcBef>
                  <a:spcPts val="0"/>
                </a:spcBef>
                <a:buNone/>
              </a:pPr>
              <a:t>‹N°›</a:t>
            </a:fld>
            <a:endParaRPr lang="fr"/>
          </a:p>
        </p:txBody>
      </p:sp>
      <p:sp>
        <p:nvSpPr>
          <p:cNvPr id="110" name="Shape 110"/>
          <p:cNvSpPr txBox="1">
            <a:spLocks noGrp="1"/>
          </p:cNvSpPr>
          <p:nvPr>
            <p:ph type="body" idx="2"/>
          </p:nvPr>
        </p:nvSpPr>
        <p:spPr>
          <a:xfrm>
            <a:off x="5130225" y="1016000"/>
            <a:ext cx="3470700" cy="30999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1000"/>
              </a:spcAft>
              <a:buClr>
                <a:srgbClr val="F67031"/>
              </a:buClr>
              <a:buSzPct val="100000"/>
              <a:buAutoNum type="arabicPeriod"/>
              <a:defRPr sz="1600"/>
            </a:lvl1pPr>
            <a:lvl2pPr lvl="1" rtl="0">
              <a:spcBef>
                <a:spcPts val="0"/>
              </a:spcBef>
              <a:spcAft>
                <a:spcPts val="1000"/>
              </a:spcAft>
              <a:buAutoNum type="alphaLcPeriod"/>
              <a:defRPr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1000"/>
              </a:spcAft>
              <a:buAutoNum type="romanLcPeriod"/>
              <a:defRPr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1000"/>
              </a:spcAft>
              <a:buAutoNum type="arabicPeriod"/>
              <a:defRPr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1000"/>
              </a:spcAft>
              <a:buClr>
                <a:srgbClr val="999999"/>
              </a:buClr>
              <a:buAutoNum type="alphaLcPeriod"/>
              <a:defRPr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1000"/>
              </a:spcAft>
              <a:buClr>
                <a:srgbClr val="999999"/>
              </a:buClr>
              <a:buAutoNum type="romanLcPeriod"/>
              <a:defRPr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1000"/>
              </a:spcAft>
              <a:buClr>
                <a:srgbClr val="999999"/>
              </a:buClr>
              <a:buAutoNum type="arabicPeriod"/>
              <a:defRPr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1000"/>
              </a:spcAft>
              <a:buClr>
                <a:srgbClr val="999999"/>
              </a:buClr>
              <a:buAutoNum type="alphaLcPeriod"/>
              <a:defRPr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1000"/>
              </a:spcAft>
              <a:buClr>
                <a:srgbClr val="999999"/>
              </a:buClr>
              <a:buAutoNum type="romanLcPeriod"/>
              <a:defRPr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646573" y="1016000"/>
            <a:ext cx="3246900" cy="97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4207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2 columns with intro text">
    <p:bg>
      <p:bgPr>
        <a:solidFill>
          <a:srgbClr val="6987E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3090625" y="575500"/>
            <a:ext cx="5596200" cy="1207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8556783" y="4749850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fr"/>
              <a:pPr lvl="0" rtl="0">
                <a:spcBef>
                  <a:spcPts val="0"/>
                </a:spcBef>
                <a:buNone/>
              </a:pPr>
              <a:t>‹N°›</a:t>
            </a:fld>
            <a:endParaRPr lang="fr"/>
          </a:p>
        </p:txBody>
      </p:sp>
      <p:sp>
        <p:nvSpPr>
          <p:cNvPr id="137" name="Shape 137"/>
          <p:cNvSpPr txBox="1">
            <a:spLocks noGrp="1"/>
          </p:cNvSpPr>
          <p:nvPr>
            <p:ph type="body" idx="2"/>
          </p:nvPr>
        </p:nvSpPr>
        <p:spPr>
          <a:xfrm>
            <a:off x="3090625" y="2004325"/>
            <a:ext cx="2727000" cy="255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100"/>
            </a:lvl1pPr>
            <a:lvl2pPr lvl="1" rtl="0">
              <a:spcBef>
                <a:spcPts val="0"/>
              </a:spcBef>
              <a:buSzPct val="100000"/>
              <a:defRPr sz="1100"/>
            </a:lvl2pPr>
            <a:lvl3pPr lvl="2" rtl="0">
              <a:spcBef>
                <a:spcPts val="0"/>
              </a:spcBef>
              <a:buSzPct val="100000"/>
              <a:defRPr sz="1100"/>
            </a:lvl3pPr>
            <a:lvl4pPr lvl="3" rtl="0">
              <a:spcBef>
                <a:spcPts val="0"/>
              </a:spcBef>
              <a:buSzPct val="100000"/>
              <a:defRPr sz="1100"/>
            </a:lvl4pPr>
            <a:lvl5pPr lvl="4" rtl="0">
              <a:spcBef>
                <a:spcPts val="0"/>
              </a:spcBef>
              <a:buSzPct val="100000"/>
              <a:defRPr sz="1100"/>
            </a:lvl5pPr>
            <a:lvl6pPr lvl="5" rtl="0">
              <a:spcBef>
                <a:spcPts val="0"/>
              </a:spcBef>
              <a:buSzPct val="100000"/>
              <a:defRPr sz="1100"/>
            </a:lvl6pPr>
            <a:lvl7pPr lvl="6" rtl="0">
              <a:spcBef>
                <a:spcPts val="0"/>
              </a:spcBef>
              <a:buSzPct val="100000"/>
              <a:defRPr sz="1100"/>
            </a:lvl7pPr>
            <a:lvl8pPr lvl="7" rtl="0">
              <a:spcBef>
                <a:spcPts val="0"/>
              </a:spcBef>
              <a:buSzPct val="100000"/>
              <a:defRPr sz="1100"/>
            </a:lvl8pPr>
            <a:lvl9pPr lvl="8" rtl="0">
              <a:spcBef>
                <a:spcPts val="0"/>
              </a:spcBef>
              <a:buSzPct val="100000"/>
              <a:defRPr sz="1100"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body" idx="3"/>
          </p:nvPr>
        </p:nvSpPr>
        <p:spPr>
          <a:xfrm>
            <a:off x="5959744" y="2004325"/>
            <a:ext cx="2727000" cy="255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100"/>
            </a:lvl1pPr>
            <a:lvl2pPr lvl="1" rtl="0">
              <a:spcBef>
                <a:spcPts val="0"/>
              </a:spcBef>
              <a:buSzPct val="100000"/>
              <a:defRPr sz="1100"/>
            </a:lvl2pPr>
            <a:lvl3pPr lvl="2" rtl="0">
              <a:spcBef>
                <a:spcPts val="0"/>
              </a:spcBef>
              <a:buSzPct val="100000"/>
              <a:defRPr sz="1100"/>
            </a:lvl3pPr>
            <a:lvl4pPr lvl="3" rtl="0">
              <a:spcBef>
                <a:spcPts val="0"/>
              </a:spcBef>
              <a:buSzPct val="100000"/>
              <a:defRPr sz="1100"/>
            </a:lvl4pPr>
            <a:lvl5pPr lvl="4" rtl="0">
              <a:spcBef>
                <a:spcPts val="0"/>
              </a:spcBef>
              <a:buSzPct val="100000"/>
              <a:defRPr sz="1100"/>
            </a:lvl5pPr>
            <a:lvl6pPr lvl="5" rtl="0">
              <a:spcBef>
                <a:spcPts val="0"/>
              </a:spcBef>
              <a:buSzPct val="100000"/>
              <a:defRPr sz="1100"/>
            </a:lvl6pPr>
            <a:lvl7pPr lvl="6" rtl="0">
              <a:spcBef>
                <a:spcPts val="0"/>
              </a:spcBef>
              <a:buSzPct val="100000"/>
              <a:defRPr sz="1100"/>
            </a:lvl7pPr>
            <a:lvl8pPr lvl="7" rtl="0">
              <a:spcBef>
                <a:spcPts val="0"/>
              </a:spcBef>
              <a:buSzPct val="100000"/>
              <a:defRPr sz="1100"/>
            </a:lvl8pPr>
            <a:lvl9pPr lvl="8" rtl="0">
              <a:spcBef>
                <a:spcPts val="0"/>
              </a:spcBef>
              <a:buSzPct val="100000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9321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1 column with intro text">
    <p:bg>
      <p:bgPr>
        <a:solidFill>
          <a:srgbClr val="6987E8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3090625" y="575500"/>
            <a:ext cx="5596200" cy="1207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buClr>
                <a:srgbClr val="F67031"/>
              </a:buClr>
              <a:buSzPct val="100000"/>
              <a:buFont typeface="Georgia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8556783" y="4749850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fr"/>
              <a:pPr lvl="0" rtl="0">
                <a:spcBef>
                  <a:spcPts val="0"/>
                </a:spcBef>
                <a:buNone/>
              </a:pPr>
              <a:t>‹N°›</a:t>
            </a:fld>
            <a:endParaRPr lang="fr"/>
          </a:p>
        </p:txBody>
      </p:sp>
      <p:sp>
        <p:nvSpPr>
          <p:cNvPr id="130" name="Shape 130"/>
          <p:cNvSpPr txBox="1">
            <a:spLocks noGrp="1"/>
          </p:cNvSpPr>
          <p:nvPr>
            <p:ph type="body" idx="2"/>
          </p:nvPr>
        </p:nvSpPr>
        <p:spPr>
          <a:xfrm>
            <a:off x="3090625" y="2004312"/>
            <a:ext cx="5596200" cy="255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5775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bg>
      <p:bgPr>
        <a:solidFill>
          <a:srgbClr val="6987E8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3069324" y="575500"/>
            <a:ext cx="1789799" cy="398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900"/>
            </a:lvl1pPr>
            <a:lvl2pPr lvl="1" rtl="0">
              <a:spcBef>
                <a:spcPts val="0"/>
              </a:spcBef>
              <a:buSzPct val="100000"/>
              <a:defRPr sz="900"/>
            </a:lvl2pPr>
            <a:lvl3pPr lvl="2" rtl="0">
              <a:spcBef>
                <a:spcPts val="0"/>
              </a:spcBef>
              <a:buSzPct val="100000"/>
              <a:defRPr sz="900"/>
            </a:lvl3pPr>
            <a:lvl4pPr lvl="3" rtl="0">
              <a:spcBef>
                <a:spcPts val="0"/>
              </a:spcBef>
              <a:buSzPct val="100000"/>
              <a:defRPr sz="900"/>
            </a:lvl4pPr>
            <a:lvl5pPr lvl="4" rtl="0">
              <a:spcBef>
                <a:spcPts val="0"/>
              </a:spcBef>
              <a:buSzPct val="100000"/>
              <a:defRPr sz="900"/>
            </a:lvl5pPr>
            <a:lvl6pPr lvl="5" rtl="0">
              <a:spcBef>
                <a:spcPts val="0"/>
              </a:spcBef>
              <a:buSzPct val="100000"/>
              <a:defRPr sz="900"/>
            </a:lvl6pPr>
            <a:lvl7pPr lvl="6" rtl="0">
              <a:spcBef>
                <a:spcPts val="0"/>
              </a:spcBef>
              <a:buSzPct val="100000"/>
              <a:defRPr sz="900"/>
            </a:lvl7pPr>
            <a:lvl8pPr lvl="7" rtl="0">
              <a:spcBef>
                <a:spcPts val="0"/>
              </a:spcBef>
              <a:buSzPct val="100000"/>
              <a:defRPr sz="900"/>
            </a:lvl8pPr>
            <a:lvl9pPr lvl="8" rtl="0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169" name="Shape 169"/>
          <p:cNvSpPr txBox="1">
            <a:spLocks noGrp="1"/>
          </p:cNvSpPr>
          <p:nvPr>
            <p:ph type="body" idx="2"/>
          </p:nvPr>
        </p:nvSpPr>
        <p:spPr>
          <a:xfrm>
            <a:off x="4951005" y="575500"/>
            <a:ext cx="1789800" cy="398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900"/>
            </a:lvl1pPr>
            <a:lvl2pPr lvl="1" rtl="0">
              <a:spcBef>
                <a:spcPts val="0"/>
              </a:spcBef>
              <a:buSzPct val="100000"/>
              <a:defRPr sz="900"/>
            </a:lvl2pPr>
            <a:lvl3pPr lvl="2" rtl="0">
              <a:spcBef>
                <a:spcPts val="0"/>
              </a:spcBef>
              <a:buSzPct val="100000"/>
              <a:defRPr sz="900"/>
            </a:lvl3pPr>
            <a:lvl4pPr lvl="3" rtl="0">
              <a:spcBef>
                <a:spcPts val="0"/>
              </a:spcBef>
              <a:buSzPct val="100000"/>
              <a:defRPr sz="900"/>
            </a:lvl4pPr>
            <a:lvl5pPr lvl="4" rtl="0">
              <a:spcBef>
                <a:spcPts val="0"/>
              </a:spcBef>
              <a:buSzPct val="100000"/>
              <a:defRPr sz="900"/>
            </a:lvl5pPr>
            <a:lvl6pPr lvl="5" rtl="0">
              <a:spcBef>
                <a:spcPts val="0"/>
              </a:spcBef>
              <a:buSzPct val="100000"/>
              <a:defRPr sz="900"/>
            </a:lvl6pPr>
            <a:lvl7pPr lvl="6" rtl="0">
              <a:spcBef>
                <a:spcPts val="0"/>
              </a:spcBef>
              <a:buSzPct val="100000"/>
              <a:defRPr sz="900"/>
            </a:lvl7pPr>
            <a:lvl8pPr lvl="7" rtl="0">
              <a:spcBef>
                <a:spcPts val="0"/>
              </a:spcBef>
              <a:buSzPct val="100000"/>
              <a:defRPr sz="900"/>
            </a:lvl8pPr>
            <a:lvl9pPr lvl="8" rtl="0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body" idx="3"/>
          </p:nvPr>
        </p:nvSpPr>
        <p:spPr>
          <a:xfrm>
            <a:off x="6832686" y="575500"/>
            <a:ext cx="1789800" cy="3981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900"/>
            </a:lvl1pPr>
            <a:lvl2pPr lvl="1" rtl="0">
              <a:spcBef>
                <a:spcPts val="0"/>
              </a:spcBef>
              <a:buSzPct val="100000"/>
              <a:defRPr sz="900"/>
            </a:lvl2pPr>
            <a:lvl3pPr lvl="2" rtl="0">
              <a:spcBef>
                <a:spcPts val="0"/>
              </a:spcBef>
              <a:buSzPct val="100000"/>
              <a:defRPr sz="900"/>
            </a:lvl3pPr>
            <a:lvl4pPr lvl="3" rtl="0">
              <a:spcBef>
                <a:spcPts val="0"/>
              </a:spcBef>
              <a:buSzPct val="100000"/>
              <a:defRPr sz="900"/>
            </a:lvl4pPr>
            <a:lvl5pPr lvl="4" rtl="0">
              <a:spcBef>
                <a:spcPts val="0"/>
              </a:spcBef>
              <a:buSzPct val="100000"/>
              <a:defRPr sz="900"/>
            </a:lvl5pPr>
            <a:lvl6pPr lvl="5" rtl="0">
              <a:spcBef>
                <a:spcPts val="0"/>
              </a:spcBef>
              <a:buSzPct val="100000"/>
              <a:defRPr sz="900"/>
            </a:lvl6pPr>
            <a:lvl7pPr lvl="6" rtl="0">
              <a:spcBef>
                <a:spcPts val="0"/>
              </a:spcBef>
              <a:buSzPct val="100000"/>
              <a:defRPr sz="900"/>
            </a:lvl7pPr>
            <a:lvl8pPr lvl="7" rtl="0">
              <a:spcBef>
                <a:spcPts val="0"/>
              </a:spcBef>
              <a:buSzPct val="100000"/>
              <a:defRPr sz="900"/>
            </a:lvl8pPr>
            <a:lvl9pPr lvl="8" rtl="0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171" name="Shape 171"/>
          <p:cNvSpPr txBox="1">
            <a:spLocks noGrp="1"/>
          </p:cNvSpPr>
          <p:nvPr>
            <p:ph type="sldNum" idx="12"/>
          </p:nvPr>
        </p:nvSpPr>
        <p:spPr>
          <a:xfrm>
            <a:off x="8556783" y="4749850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fr"/>
              <a:pPr lvl="0" rtl="0">
                <a:spcBef>
                  <a:spcPts val="0"/>
                </a:spcBef>
                <a:buNone/>
              </a:pPr>
              <a:t>‹N°›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146923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1 column half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511425" y="575500"/>
            <a:ext cx="3517200" cy="973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1pPr>
            <a:lvl2pPr lvl="1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2pPr>
            <a:lvl3pPr lvl="2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3pPr>
            <a:lvl4pPr lvl="3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4pPr>
            <a:lvl5pPr lvl="4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5pPr>
            <a:lvl6pPr lvl="5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6pPr>
            <a:lvl7pPr lvl="6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7pPr>
            <a:lvl8pPr lvl="7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8pPr>
            <a:lvl9pPr lvl="8" rtl="0">
              <a:spcBef>
                <a:spcPts val="0"/>
              </a:spcBef>
              <a:buClr>
                <a:srgbClr val="F67031"/>
              </a:buClr>
              <a:defRPr>
                <a:solidFill>
                  <a:srgbClr val="F67031"/>
                </a:solidFill>
              </a:defRPr>
            </a:lvl9pPr>
          </a:lstStyle>
          <a:p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sldNum" idx="12"/>
          </p:nvPr>
        </p:nvSpPr>
        <p:spPr>
          <a:xfrm>
            <a:off x="8556783" y="4749850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fr">
                <a:solidFill>
                  <a:srgbClr val="FFFFFF"/>
                </a:solidFill>
              </a:rPr>
              <a:pPr lvl="0" rtl="0">
                <a:spcBef>
                  <a:spcPts val="0"/>
                </a:spcBef>
                <a:buNone/>
              </a:pPr>
              <a:t>‹N°›</a:t>
            </a:fld>
            <a:endParaRPr lang="fr">
              <a:solidFill>
                <a:srgbClr val="FFFFFF"/>
              </a:solidFill>
            </a:endParaRPr>
          </a:p>
        </p:txBody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511425" y="1598600"/>
            <a:ext cx="3517200" cy="295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2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65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D36A04FE-A929-7543-8E7B-7151EDC04B6C}" type="datetimeFigureOut">
              <a:rPr lang="fr-FR" smtClean="0"/>
              <a:pPr/>
              <a:t>15/08/2021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fr" sz="1000" smtClean="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rPr>
              <a:pPr lvl="0" algn="r" rtl="0">
                <a:spcBef>
                  <a:spcPts val="0"/>
                </a:spcBef>
                <a:buNone/>
              </a:pPr>
              <a:t>‹N°›</a:t>
            </a:fld>
            <a:endParaRPr lang="fr" sz="1000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48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5" r:id="rId16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ce réservé du contenu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" y="1237929"/>
            <a:ext cx="3505200" cy="3505200"/>
          </a:xfrm>
        </p:spPr>
      </p:pic>
      <p:sp>
        <p:nvSpPr>
          <p:cNvPr id="12" name="Titre 1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Autofit/>
          </a:bodyPr>
          <a:lstStyle/>
          <a:p>
            <a:pPr algn="ctr">
              <a:lnSpc>
                <a:spcPct val="250000"/>
              </a:lnSpc>
            </a:pPr>
            <a:r>
              <a:rPr lang="fr-FR" sz="4000" b="1" dirty="0" smtClean="0">
                <a:solidFill>
                  <a:schemeClr val="bg1"/>
                </a:solidFill>
              </a:rPr>
              <a:t>Application  ‘’Mon Terrain’’</a:t>
            </a:r>
            <a:endParaRPr lang="fr-FR" sz="4000" b="1" dirty="0">
              <a:solidFill>
                <a:schemeClr val="bg1"/>
              </a:solidFill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804" y="1303020"/>
            <a:ext cx="3444875" cy="3444875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200" y="1303021"/>
            <a:ext cx="3351207" cy="335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3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888" y="0"/>
            <a:ext cx="1418313" cy="141831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43" y="-1"/>
            <a:ext cx="1418313" cy="1418313"/>
          </a:xfrm>
          <a:prstGeom prst="rect">
            <a:avLst/>
          </a:prstGeom>
        </p:spPr>
      </p:pic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817943"/>
              </p:ext>
            </p:extLst>
          </p:nvPr>
        </p:nvGraphicFramePr>
        <p:xfrm>
          <a:off x="990599" y="1639034"/>
          <a:ext cx="7742979" cy="2906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817245" y="311248"/>
            <a:ext cx="7543800" cy="1088068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/>
              <a:t>Hady Fofana apprenant à ODK</a:t>
            </a:r>
            <a:br>
              <a:rPr lang="fr-FR" sz="4000" b="1" dirty="0"/>
            </a:br>
            <a:endParaRPr lang="fr-FR" sz="4000" dirty="0"/>
          </a:p>
        </p:txBody>
      </p:sp>
      <p:sp>
        <p:nvSpPr>
          <p:cNvPr id="8" name="ZoneTexte 7"/>
          <p:cNvSpPr txBox="1"/>
          <p:nvPr/>
        </p:nvSpPr>
        <p:spPr>
          <a:xfrm>
            <a:off x="1439334" y="1658030"/>
            <a:ext cx="72942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i="1" u="sng" dirty="0"/>
              <a:t>J’ai toujours rêvé </a:t>
            </a:r>
            <a:r>
              <a:rPr lang="fr-FR" sz="1200" b="1" i="1" u="sng" dirty="0" smtClean="0"/>
              <a:t>de contribuer au développement de mon pays, pour ça je rêve de mettre </a:t>
            </a:r>
            <a:r>
              <a:rPr lang="fr-FR" sz="1200" b="1" i="1" u="sng" dirty="0"/>
              <a:t>en place une </a:t>
            </a:r>
            <a:r>
              <a:rPr lang="fr-FR" sz="1200" b="1" i="1" u="sng" dirty="0" smtClean="0"/>
              <a:t>solution digital </a:t>
            </a:r>
            <a:r>
              <a:rPr lang="fr-FR" sz="1200" b="1" i="1" u="sng" dirty="0"/>
              <a:t>pour lutter </a:t>
            </a:r>
            <a:r>
              <a:rPr lang="fr-FR" sz="1200" b="1" i="1" u="sng" dirty="0" smtClean="0"/>
              <a:t>contre les problémes foncier</a:t>
            </a:r>
            <a:r>
              <a:rPr lang="fr-FR" sz="1200" b="1" dirty="0" smtClean="0"/>
              <a:t>.</a:t>
            </a:r>
          </a:p>
          <a:p>
            <a:endParaRPr lang="fr-FR" sz="1200" b="1" dirty="0" smtClean="0"/>
          </a:p>
          <a:p>
            <a:r>
              <a:rPr lang="fr-FR" dirty="0" smtClean="0"/>
              <a:t>Au mali, </a:t>
            </a:r>
            <a:r>
              <a:rPr lang="fr-FR" dirty="0"/>
              <a:t>le problémes </a:t>
            </a:r>
            <a:r>
              <a:rPr lang="fr-FR" dirty="0" smtClean="0"/>
              <a:t>foncier ne cesse d’agrandir de jour en jour. </a:t>
            </a:r>
          </a:p>
          <a:p>
            <a:r>
              <a:rPr lang="fr-FR" dirty="0" smtClean="0"/>
              <a:t>On assiste chaque </a:t>
            </a:r>
            <a:r>
              <a:rPr lang="fr-FR" dirty="0"/>
              <a:t>jour de </a:t>
            </a:r>
            <a:r>
              <a:rPr lang="fr-FR" dirty="0" smtClean="0"/>
              <a:t>l’arnaque </a:t>
            </a:r>
            <a:r>
              <a:rPr lang="fr-FR" dirty="0"/>
              <a:t>dans ce </a:t>
            </a:r>
            <a:r>
              <a:rPr lang="fr-FR" dirty="0" smtClean="0"/>
              <a:t>secteur, </a:t>
            </a:r>
            <a:r>
              <a:rPr lang="fr-FR" dirty="0"/>
              <a:t>du genre un terrain </a:t>
            </a:r>
            <a:r>
              <a:rPr lang="fr-FR" dirty="0" smtClean="0"/>
              <a:t>peut avoir deux propriétaires ou soit même trois, et chacun possède un document à sa porté, Alors </a:t>
            </a:r>
            <a:r>
              <a:rPr lang="fr-FR" dirty="0"/>
              <a:t>que seul un document qui doit être </a:t>
            </a:r>
            <a:r>
              <a:rPr lang="fr-FR" dirty="0" smtClean="0"/>
              <a:t>authentique avec un numéro ‘’NINACAD’’. et s’il existe une appli portable à la porté des tous les citoyens   pour vérifier l’authenticité du terrain en temps réel avant procéder pour l’achat?</a:t>
            </a:r>
          </a:p>
          <a:p>
            <a:r>
              <a:rPr lang="fr-FR" dirty="0" smtClean="0"/>
              <a:t>Et c’est de là, d’où me vienne l’idée de mettre en place une solution pour aidée le gouvernement a lutter contre cet handicape dans notre société car il est vraiment temps que ça change.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183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fr-FR" b="1" dirty="0" smtClean="0"/>
              <a:t>Application ‘’Mon terrain’’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Mon terrain est une application web mobile capable de donné tout les informations relatif d’un terrain grâce à son numéro(id) national cadastral.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399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872" y="141465"/>
            <a:ext cx="3975100" cy="3975100"/>
          </a:xfrm>
          <a:prstGeom prst="rect">
            <a:avLst/>
          </a:prstGeom>
        </p:spPr>
      </p:pic>
      <p:sp>
        <p:nvSpPr>
          <p:cNvPr id="249" name="Shape 2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110000"/>
              <a:buFont typeface="Arial"/>
              <a:buNone/>
            </a:pPr>
            <a:fld id="{00000000-1234-1234-1234-123412341234}" type="slidenum">
              <a:rPr lang="fr"/>
              <a:pPr lvl="0" rtl="0">
                <a:spcBef>
                  <a:spcPts val="0"/>
                </a:spcBef>
                <a:buClr>
                  <a:srgbClr val="000000"/>
                </a:buClr>
                <a:buSzPct val="110000"/>
                <a:buFont typeface="Arial"/>
                <a:buNone/>
              </a:pPr>
              <a:t>4</a:t>
            </a:fld>
            <a:endParaRPr lang="fr" dirty="0"/>
          </a:p>
        </p:txBody>
      </p:sp>
      <p:sp>
        <p:nvSpPr>
          <p:cNvPr id="235" name="Shape 235"/>
          <p:cNvSpPr txBox="1">
            <a:spLocks noGrp="1"/>
          </p:cNvSpPr>
          <p:nvPr>
            <p:ph type="ctrTitle" idx="4294967295"/>
          </p:nvPr>
        </p:nvSpPr>
        <p:spPr>
          <a:xfrm>
            <a:off x="2099544" y="3665085"/>
            <a:ext cx="4414428" cy="866892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Avec L’appli mon Terrain finissons en avec les problémes fonciers!!!</a:t>
            </a:r>
            <a:endParaRPr lang="fr" sz="2400" dirty="0">
              <a:solidFill>
                <a:schemeClr val="tx1"/>
              </a:solidFill>
            </a:endParaRPr>
          </a:p>
        </p:txBody>
      </p:sp>
      <p:cxnSp>
        <p:nvCxnSpPr>
          <p:cNvPr id="9" name="Connecteur en angle 8"/>
          <p:cNvCxnSpPr/>
          <p:nvPr/>
        </p:nvCxnSpPr>
        <p:spPr>
          <a:xfrm>
            <a:off x="3035508" y="1341620"/>
            <a:ext cx="779739" cy="55318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1717623" y="1210815"/>
            <a:ext cx="1585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/>
              <a:t>Numéro du terrain</a:t>
            </a:r>
            <a:endParaRPr lang="fr-FR" sz="1100" i="1" dirty="0"/>
          </a:p>
        </p:txBody>
      </p:sp>
      <p:cxnSp>
        <p:nvCxnSpPr>
          <p:cNvPr id="18" name="Connecteur droit avec flèche 17"/>
          <p:cNvCxnSpPr/>
          <p:nvPr/>
        </p:nvCxnSpPr>
        <p:spPr>
          <a:xfrm flipH="1">
            <a:off x="5234609" y="1040296"/>
            <a:ext cx="801756" cy="4770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5953920" y="828261"/>
            <a:ext cx="881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/>
              <a:t>Régions</a:t>
            </a:r>
            <a:endParaRPr lang="fr-FR" dirty="0"/>
          </a:p>
        </p:txBody>
      </p:sp>
      <p:cxnSp>
        <p:nvCxnSpPr>
          <p:cNvPr id="25" name="Connecteur en angle 24"/>
          <p:cNvCxnSpPr/>
          <p:nvPr/>
        </p:nvCxnSpPr>
        <p:spPr>
          <a:xfrm rot="10800000">
            <a:off x="4913987" y="1988702"/>
            <a:ext cx="1312152" cy="2848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6226139" y="2129015"/>
            <a:ext cx="13624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/>
              <a:t>Localisation</a:t>
            </a:r>
            <a:endParaRPr lang="fr-FR" sz="1100" i="1" dirty="0"/>
          </a:p>
        </p:txBody>
      </p:sp>
      <p:cxnSp>
        <p:nvCxnSpPr>
          <p:cNvPr id="31" name="Connecteur en angle 30"/>
          <p:cNvCxnSpPr/>
          <p:nvPr/>
        </p:nvCxnSpPr>
        <p:spPr>
          <a:xfrm flipV="1">
            <a:off x="3160800" y="1924613"/>
            <a:ext cx="1365622" cy="548915"/>
          </a:xfrm>
          <a:prstGeom prst="bentConnector3">
            <a:avLst>
              <a:gd name="adj1" fmla="val 6488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318034" y="2346997"/>
            <a:ext cx="94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Recherche</a:t>
            </a:r>
            <a:endParaRPr lang="fr-FR" sz="1100" dirty="0"/>
          </a:p>
        </p:txBody>
      </p:sp>
      <p:sp>
        <p:nvSpPr>
          <p:cNvPr id="51" name="ZoneTexte 50"/>
          <p:cNvSpPr txBox="1"/>
          <p:nvPr/>
        </p:nvSpPr>
        <p:spPr>
          <a:xfrm>
            <a:off x="254000" y="141465"/>
            <a:ext cx="3226619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F67031"/>
                </a:solidFill>
              </a:rPr>
              <a:t>Les Différentes Fonctionnalités</a:t>
            </a:r>
            <a:endParaRPr lang="fr-FR" sz="18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41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1899921" y="3899796"/>
            <a:ext cx="5186679" cy="837304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noProof="1" smtClean="0"/>
              <a:t>« avec l’évolution de la nouvelle technologie nous pouvons éviter toutes problémes lié au foncier »</a:t>
            </a:r>
            <a:br>
              <a:rPr lang="fr-FR" sz="2000" noProof="1" smtClean="0"/>
            </a:br>
            <a:endParaRPr lang="fr-FR" sz="2000" noProof="1"/>
          </a:p>
        </p:txBody>
      </p:sp>
      <p:sp>
        <p:nvSpPr>
          <p:cNvPr id="3" name="ZoneTexte 2"/>
          <p:cNvSpPr txBox="1"/>
          <p:nvPr/>
        </p:nvSpPr>
        <p:spPr>
          <a:xfrm>
            <a:off x="495300" y="1206500"/>
            <a:ext cx="8470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démarche pour avoir l’accès a des informations sur un terrain cause souvent des problémes par ce que pour avoir accès a nos administrations concerné son difficile parfois. Alors que si toute fois on a digitalisé le secteur concerné cela va nous </a:t>
            </a:r>
            <a:r>
              <a:rPr lang="fr-FR" sz="1600" dirty="0"/>
              <a:t>facilité dans nos quotidiens avec accès a des informations nécessaire sur un terrain.</a:t>
            </a:r>
          </a:p>
          <a:p>
            <a:r>
              <a:rPr lang="fr-FR" sz="1600" dirty="0" smtClean="0"/>
              <a:t>le </a:t>
            </a:r>
            <a:r>
              <a:rPr lang="fr-FR" sz="1600" dirty="0"/>
              <a:t>gouvernement (domaine, cadastre et la </a:t>
            </a:r>
            <a:r>
              <a:rPr lang="fr-FR" sz="1600" dirty="0" smtClean="0"/>
              <a:t>mairie) et les citoyens lambda seront tous bénéficiaires de cette appli.</a:t>
            </a:r>
          </a:p>
          <a:p>
            <a:r>
              <a:rPr lang="fr-FR" sz="1600" dirty="0" smtClean="0"/>
              <a:t>Si on souhaite guérir de ces maux il faute qu’on informatise ce secteurs pour la transparence  et aussi pour bannir un peux la corruption.</a:t>
            </a:r>
          </a:p>
          <a:p>
            <a:endParaRPr lang="fr-FR" sz="1200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884903" y="294968"/>
            <a:ext cx="6990736" cy="46166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F67031"/>
                </a:solidFill>
              </a:rPr>
              <a:t>Avantages et les Bénéficiaires </a:t>
            </a:r>
            <a:endParaRPr lang="fr-FR" sz="2400" b="1" dirty="0">
              <a:solidFill>
                <a:srgbClr val="F670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7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étrospection">
  <a:themeElements>
    <a:clrScheme name="Rétrospectio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étrospectio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o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6387</TotalTime>
  <Words>320</Words>
  <Application>Microsoft Office PowerPoint</Application>
  <PresentationFormat>Affichage à l'écran (16:9)</PresentationFormat>
  <Paragraphs>21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Georgia</vt:lpstr>
      <vt:lpstr>Nunito Sans</vt:lpstr>
      <vt:lpstr>Rétrospection</vt:lpstr>
      <vt:lpstr>Application  ‘’Mon Terrain’’</vt:lpstr>
      <vt:lpstr>Hady Fofana apprenant à ODK </vt:lpstr>
      <vt:lpstr>Application ‘’Mon terrain’’ </vt:lpstr>
      <vt:lpstr>Avec L’appli mon Terrain finissons en avec les problémes fonciers!!!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votre projet / produit Baseline (elle synthétise la vision, l’essence du projet)</dc:title>
  <dc:creator>Lisa CAMIER</dc:creator>
  <cp:lastModifiedBy>Hady Fofana</cp:lastModifiedBy>
  <cp:revision>157</cp:revision>
  <dcterms:modified xsi:type="dcterms:W3CDTF">2021-08-15T21:06:09Z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